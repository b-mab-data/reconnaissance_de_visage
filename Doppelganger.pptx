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3F7"/>
    <a:srgbClr val="EFF4F8"/>
    <a:srgbClr val="F0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1000" y="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30BEC-CA38-49C4-9391-FADA15E9C9E0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66FED-3C68-44A3-B953-39B9E02799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10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D118A-C348-41FF-A6E6-DFFAAF392DAC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87D4A-F84A-46D6-B584-B5865BB9F95D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0002C-5119-47BB-BD5B-A4D2214F3606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90572-ED30-41DE-810D-743515C8E16B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30985-C0DB-409E-AA55-ED4A3B47C2F4}" type="datetime1">
              <a:rPr lang="en-US" smtClean="0"/>
              <a:t>1/17/2026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D92C4-F06D-4732-A726-0E959712B7FA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501CC9-2C0E-FB6F-B7E1-3A9A37B2C383}"/>
              </a:ext>
            </a:extLst>
          </p:cNvPr>
          <p:cNvSpPr/>
          <p:nvPr/>
        </p:nvSpPr>
        <p:spPr>
          <a:xfrm>
            <a:off x="3556000" y="6019800"/>
            <a:ext cx="10820400" cy="32004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D3471-5F34-8BCB-C79B-9BB6F7637E65}"/>
              </a:ext>
            </a:extLst>
          </p:cNvPr>
          <p:cNvSpPr/>
          <p:nvPr/>
        </p:nvSpPr>
        <p:spPr>
          <a:xfrm>
            <a:off x="15976600" y="9220200"/>
            <a:ext cx="1498600" cy="5334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AA2EEC-8067-A9EF-E5D3-61D9A1926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1600" y="6477000"/>
            <a:ext cx="2133600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ENSEA D´ABIDJAN Abidjan">
            <a:extLst>
              <a:ext uri="{FF2B5EF4-FFF2-40B4-BE49-F238E27FC236}">
                <a16:creationId xmlns:a16="http://schemas.microsoft.com/office/drawing/2014/main" id="{C2F9A1AF-BEA6-451A-3B3A-479FE98EE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699" y="6781800"/>
            <a:ext cx="2552701" cy="15548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5A1247C-6483-2163-8E5A-578E1C50A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5150" y="5867400"/>
            <a:ext cx="2381250" cy="3181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94C30A-BC6C-29BD-147A-1A7398DA31ED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A4690-89AF-1719-8F6E-F42D0228FB1D}"/>
              </a:ext>
            </a:extLst>
          </p:cNvPr>
          <p:cNvSpPr/>
          <p:nvPr/>
        </p:nvSpPr>
        <p:spPr>
          <a:xfrm>
            <a:off x="5156200" y="5562600"/>
            <a:ext cx="2667000" cy="304800"/>
          </a:xfrm>
          <a:prstGeom prst="rect">
            <a:avLst/>
          </a:prstGeom>
          <a:solidFill>
            <a:srgbClr val="F0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6FD1D-950A-1C23-B225-A25780852B37}"/>
              </a:ext>
            </a:extLst>
          </p:cNvPr>
          <p:cNvSpPr/>
          <p:nvPr/>
        </p:nvSpPr>
        <p:spPr>
          <a:xfrm>
            <a:off x="5156200" y="6477000"/>
            <a:ext cx="2667000" cy="3048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98D888-22EE-965B-74C4-76BA36C44EE4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87C27C-B5B0-4ED2-E50F-86BDFBA7A205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4870B9-0655-D1DC-4FA0-10BE7386E77C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B90FCA-8FC6-623F-5C91-8F8C6DC67AC6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BCABAE-3F41-B173-DFC6-05D917844386}"/>
              </a:ext>
            </a:extLst>
          </p:cNvPr>
          <p:cNvSpPr/>
          <p:nvPr/>
        </p:nvSpPr>
        <p:spPr>
          <a:xfrm>
            <a:off x="0" y="3733800"/>
            <a:ext cx="17475200" cy="59436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texte, capture d’écran, homme, costume&#10;&#10;Le contenu généré par l’IA peut être incorrect.">
            <a:extLst>
              <a:ext uri="{FF2B5EF4-FFF2-40B4-BE49-F238E27FC236}">
                <a16:creationId xmlns:a16="http://schemas.microsoft.com/office/drawing/2014/main" id="{48138A13-FBF1-5131-0D12-2AE7615D0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3822791"/>
            <a:ext cx="7943850" cy="5819775"/>
          </a:xfrm>
          <a:prstGeom prst="rect">
            <a:avLst/>
          </a:prstGeom>
        </p:spPr>
      </p:pic>
      <p:pic>
        <p:nvPicPr>
          <p:cNvPr id="7" name="Image 6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A0E6A1BE-1B9A-B78A-82D9-A129B0450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839" y="3822790"/>
            <a:ext cx="8772525" cy="58546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62812C-9D03-0105-3703-3B2CFDA5C49F}"/>
              </a:ext>
            </a:extLst>
          </p:cNvPr>
          <p:cNvSpPr/>
          <p:nvPr/>
        </p:nvSpPr>
        <p:spPr>
          <a:xfrm>
            <a:off x="16777288" y="9372600"/>
            <a:ext cx="697911" cy="381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8425E2-C05F-13CB-597D-48715090BF6A}"/>
              </a:ext>
            </a:extLst>
          </p:cNvPr>
          <p:cNvSpPr/>
          <p:nvPr/>
        </p:nvSpPr>
        <p:spPr>
          <a:xfrm>
            <a:off x="160782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AE8D7B-CEDF-09B3-E4B5-748443D4DC4F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FFA6A4-7B00-E003-8066-3E3B9788D815}"/>
              </a:ext>
            </a:extLst>
          </p:cNvPr>
          <p:cNvSpPr/>
          <p:nvPr/>
        </p:nvSpPr>
        <p:spPr>
          <a:xfrm>
            <a:off x="160782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5F74F0-E576-4DF9-6E19-6356F9524C42}"/>
              </a:ext>
            </a:extLst>
          </p:cNvPr>
          <p:cNvSpPr/>
          <p:nvPr/>
        </p:nvSpPr>
        <p:spPr>
          <a:xfrm>
            <a:off x="16129000" y="9144000"/>
            <a:ext cx="1346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C522E8-1934-98FE-1678-EA6D29AE55F2}"/>
              </a:ext>
            </a:extLst>
          </p:cNvPr>
          <p:cNvSpPr/>
          <p:nvPr/>
        </p:nvSpPr>
        <p:spPr>
          <a:xfrm>
            <a:off x="14300200" y="5562600"/>
            <a:ext cx="17526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D34351-C072-7986-9A5B-E3553142D540}"/>
              </a:ext>
            </a:extLst>
          </p:cNvPr>
          <p:cNvSpPr/>
          <p:nvPr/>
        </p:nvSpPr>
        <p:spPr>
          <a:xfrm>
            <a:off x="15976600" y="9372600"/>
            <a:ext cx="14986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161A53-4477-4587-B919-2B2C18E876E5}">
  <we:reference id="wa104380050" version="3.8.0.0" store="fr-FR" storeType="OMEX"/>
  <we:alternateReferences>
    <we:reference id="WA104380050" version="3.8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10</Words>
  <Application>Microsoft Office PowerPoint</Application>
  <PresentationFormat>Personnalisé</PresentationFormat>
  <Paragraphs>10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Junior</dc:creator>
  <cp:lastModifiedBy>KOUAKOU MARCEL JUNIOR</cp:lastModifiedBy>
  <cp:revision>4</cp:revision>
  <dcterms:created xsi:type="dcterms:W3CDTF">2026-01-16T11:04:20Z</dcterms:created>
  <dcterms:modified xsi:type="dcterms:W3CDTF">2026-01-17T15:24:04Z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LastSaved">
    <vt:filetime>2026-01-16T00:00:00Z</vt:filetime>
  </property>
</Properties>
</file>